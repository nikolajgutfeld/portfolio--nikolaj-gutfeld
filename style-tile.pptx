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397" y="1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700" y="91440"/>
            <a:ext cx="14447520" cy="9418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182880"/>
            <a:ext cx="10972" cy="923544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0" y="182880"/>
            <a:ext cx="10972" cy="923544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2834640"/>
            <a:ext cx="1426464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6309360"/>
            <a:ext cx="1426464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1A3D"/>
                </a:solidFill>
                <a:latin typeface="Georgia"/>
              </a:rPr>
              <a:t>Style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31A3D"/>
                </a:solidFill>
                <a:latin typeface="Arial"/>
              </a:rPr>
              <a:t>Visual summary of the design already used in my portfolio: dark blue backgrounds, gold details, white text, simple icons and a clean structured layout.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84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4A"/>
                </a:solidFill>
                <a:latin typeface="Arial"/>
              </a:rPr>
              <a:t>LOGO – ON 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77724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C9A24A"/>
                </a:solidFill>
                <a:latin typeface="Georgia"/>
              </a:rPr>
              <a:t>NFG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dirty="0">
                <a:solidFill>
                  <a:srgbClr val="031A3D"/>
                </a:solidFill>
                <a:latin typeface="Georgia"/>
              </a:rPr>
              <a:t>Nikolaj Falck Gutfeld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331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9A24A"/>
                </a:solidFill>
                <a:latin typeface="Arial"/>
              </a:rPr>
              <a:t>PORTFOLIO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91440"/>
            <a:ext cx="5394960" cy="2743200"/>
          </a:xfrm>
          <a:prstGeom prst="rect">
            <a:avLst/>
          </a:prstGeom>
          <a:solidFill>
            <a:srgbClr val="031A3D"/>
          </a:solidFill>
          <a:ln>
            <a:solidFill>
              <a:srgbClr val="03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384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4A"/>
                </a:solidFill>
                <a:latin typeface="Arial"/>
              </a:rPr>
              <a:t>LOGO – ON DARK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77724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dirty="0">
                <a:solidFill>
                  <a:srgbClr val="C9A24A"/>
                </a:solidFill>
                <a:latin typeface="Georgia"/>
              </a:rPr>
              <a:t>NFG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874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Georgia"/>
              </a:rPr>
              <a:t>Nikolaj Falck Gutfeld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2331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9A24A"/>
                </a:solidFill>
                <a:latin typeface="Arial"/>
              </a:rPr>
              <a:t>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24A"/>
                </a:solidFill>
                <a:latin typeface="Arial"/>
              </a:rPr>
              <a:t>ABOUT ME</a:t>
            </a:r>
          </a:p>
        </p:txBody>
      </p:sp>
      <p:pic>
        <p:nvPicPr>
          <p:cNvPr id="19" name="Picture 18" descr="Profil.jpg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20440"/>
            <a:ext cx="1508760" cy="13481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84632" y="3502152"/>
            <a:ext cx="1545336" cy="1395376"/>
          </a:xfrm>
          <a:prstGeom prst="rect">
            <a:avLst/>
          </a:prstGeom>
          <a:noFill/>
          <a:ln w="15240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30222" y="30403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C9A24A"/>
                </a:solidFill>
                <a:latin typeface="Georgia"/>
              </a:rPr>
              <a:t>About 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7112"/>
            <a:ext cx="1508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031A3D"/>
                </a:solidFill>
                <a:latin typeface="Arial"/>
              </a:rPr>
              <a:t>My name is Nikolaj Falck Gutfeld, and I am a 25-year-old IT Architecture student at Business Academy Copenhagen. I have a technical background and experience from several different industries, which has given me a practical, adaptable, and solution-oriented approach to both work and technology.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24A"/>
                </a:solidFill>
                <a:latin typeface="Arial"/>
              </a:rPr>
              <a:t>COLORS</a:t>
            </a:r>
          </a:p>
        </p:txBody>
      </p:sp>
      <p:sp>
        <p:nvSpPr>
          <p:cNvPr id="24" name="Oval 23"/>
          <p:cNvSpPr/>
          <p:nvPr/>
        </p:nvSpPr>
        <p:spPr>
          <a:xfrm>
            <a:off x="9464040" y="3611880"/>
            <a:ext cx="713232" cy="713232"/>
          </a:xfrm>
          <a:prstGeom prst="ellipse">
            <a:avLst/>
          </a:prstGeom>
          <a:solidFill>
            <a:srgbClr val="06245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440740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31A3D"/>
                </a:solidFill>
                <a:latin typeface="Arial"/>
              </a:rPr>
              <a:t>Main background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75488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rial"/>
              </a:rPr>
              <a:t>#062451</a:t>
            </a:r>
          </a:p>
        </p:txBody>
      </p:sp>
      <p:sp>
        <p:nvSpPr>
          <p:cNvPr id="27" name="Oval 26"/>
          <p:cNvSpPr/>
          <p:nvPr/>
        </p:nvSpPr>
        <p:spPr>
          <a:xfrm>
            <a:off x="10671048" y="3611880"/>
            <a:ext cx="713232" cy="713232"/>
          </a:xfrm>
          <a:prstGeom prst="ellipse">
            <a:avLst/>
          </a:prstGeom>
          <a:solidFill>
            <a:srgbClr val="031A3D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79608" y="440740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31A3D"/>
                </a:solidFill>
                <a:latin typeface="Arial"/>
              </a:rPr>
              <a:t>Header / footer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9608" y="475488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rial"/>
              </a:rPr>
              <a:t>#031a3d</a:t>
            </a:r>
          </a:p>
        </p:txBody>
      </p:sp>
      <p:sp>
        <p:nvSpPr>
          <p:cNvPr id="30" name="Oval 29"/>
          <p:cNvSpPr/>
          <p:nvPr/>
        </p:nvSpPr>
        <p:spPr>
          <a:xfrm>
            <a:off x="11878056" y="3611880"/>
            <a:ext cx="713232" cy="713232"/>
          </a:xfrm>
          <a:prstGeom prst="ellipse">
            <a:avLst/>
          </a:prstGeom>
          <a:solidFill>
            <a:srgbClr val="C9A24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786616" y="440740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31A3D"/>
                </a:solidFill>
                <a:latin typeface="Arial"/>
              </a:rPr>
              <a:t>Gold accent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86616" y="475488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rial"/>
              </a:rPr>
              <a:t>#c9a24a</a:t>
            </a:r>
          </a:p>
        </p:txBody>
      </p:sp>
      <p:sp>
        <p:nvSpPr>
          <p:cNvPr id="33" name="Oval 32"/>
          <p:cNvSpPr/>
          <p:nvPr/>
        </p:nvSpPr>
        <p:spPr>
          <a:xfrm>
            <a:off x="13085063" y="3611880"/>
            <a:ext cx="713232" cy="713232"/>
          </a:xfrm>
          <a:prstGeom prst="ellipse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993624" y="440740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31A3D"/>
                </a:solidFill>
                <a:latin typeface="Arial"/>
              </a:rPr>
              <a:t>White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93624" y="475488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Arial"/>
              </a:rPr>
              <a:t>#ffffff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83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24A"/>
                </a:solidFill>
                <a:latin typeface="Arial"/>
              </a:rPr>
              <a:t>TYPOGRAPHY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978" y="7078371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C9A24A"/>
                </a:solidFill>
                <a:latin typeface="Georgia"/>
              </a:rPr>
              <a:t>Heading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6583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24A"/>
                </a:solidFill>
                <a:latin typeface="Arial"/>
              </a:rPr>
              <a:t>SECTION / CONTACT ICONS</a:t>
            </a:r>
          </a:p>
        </p:txBody>
      </p:sp>
      <p:pic>
        <p:nvPicPr>
          <p:cNvPr id="41" name="Picture 40" descr="edu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7086600"/>
            <a:ext cx="438912" cy="43891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965192" y="7132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31A3D"/>
                </a:solidFill>
                <a:latin typeface="Arial"/>
              </a:rPr>
              <a:t>Education</a:t>
            </a:r>
          </a:p>
        </p:txBody>
      </p:sp>
      <p:pic>
        <p:nvPicPr>
          <p:cNvPr id="43" name="Picture 42" descr="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7086600"/>
            <a:ext cx="438912" cy="4389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473952" y="7132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31A3D"/>
                </a:solidFill>
                <a:latin typeface="Arial"/>
              </a:rPr>
              <a:t>Work</a:t>
            </a:r>
          </a:p>
        </p:txBody>
      </p:sp>
      <p:pic>
        <p:nvPicPr>
          <p:cNvPr id="45" name="Picture 44" descr="ski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59" y="7086600"/>
            <a:ext cx="438912" cy="43891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982711" y="7132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31A3D"/>
                </a:solidFill>
                <a:latin typeface="Arial"/>
              </a:rPr>
              <a:t>Skills</a:t>
            </a:r>
          </a:p>
        </p:txBody>
      </p:sp>
      <p:pic>
        <p:nvPicPr>
          <p:cNvPr id="47" name="Picture 46" descr="e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8138160"/>
            <a:ext cx="438912" cy="43891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965192" y="8183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31A3D"/>
                </a:solidFill>
                <a:latin typeface="Arial"/>
              </a:rPr>
              <a:t>Email</a:t>
            </a:r>
          </a:p>
        </p:txBody>
      </p:sp>
      <p:pic>
        <p:nvPicPr>
          <p:cNvPr id="49" name="Picture 48" descr="ph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8138160"/>
            <a:ext cx="438912" cy="43891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73952" y="8183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31A3D"/>
                </a:solidFill>
                <a:latin typeface="Arial"/>
              </a:rPr>
              <a:t>Phone</a:t>
            </a:r>
          </a:p>
        </p:txBody>
      </p:sp>
      <p:pic>
        <p:nvPicPr>
          <p:cNvPr id="51" name="Picture 50" descr="loc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59" y="8138160"/>
            <a:ext cx="438912" cy="43891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982711" y="8183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31A3D"/>
                </a:solidFill>
                <a:latin typeface="Arial"/>
              </a:rPr>
              <a:t>Location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6583680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C9A24A"/>
                </a:solidFill>
                <a:latin typeface="Arial"/>
              </a:rPr>
              <a:t>NAVIGATION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47239" y="7059168"/>
            <a:ext cx="5200281" cy="1024132"/>
          </a:xfrm>
          <a:prstGeom prst="rect">
            <a:avLst/>
          </a:prstGeom>
          <a:solidFill>
            <a:srgbClr val="031A3D"/>
          </a:solidFill>
          <a:ln>
            <a:solidFill>
              <a:srgbClr val="03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46920" y="7296912"/>
            <a:ext cx="932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C9A24A"/>
                </a:solidFill>
                <a:latin typeface="Georgia"/>
              </a:rPr>
              <a:t>NF</a:t>
            </a:r>
            <a:r>
              <a:rPr lang="da-DK" sz="2400" dirty="0">
                <a:solidFill>
                  <a:srgbClr val="C9A24A"/>
                </a:solidFill>
                <a:latin typeface="Georgia"/>
              </a:rPr>
              <a:t>G</a:t>
            </a:r>
            <a:endParaRPr sz="2400" b="0" dirty="0">
              <a:solidFill>
                <a:srgbClr val="C9A24A"/>
              </a:solidFill>
              <a:latin typeface="Georgi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378440" y="7315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9A24A"/>
                </a:solidFill>
                <a:latin typeface="Arial"/>
              </a:rPr>
              <a:t>About me   Education   Work experience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282220" y="7329831"/>
            <a:ext cx="228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C9A24A"/>
                </a:solidFill>
                <a:latin typeface="Arial"/>
              </a:rPr>
              <a:t>Skills/Additional Information   Contact Info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0" y="9189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31A3D"/>
                </a:solidFill>
                <a:latin typeface="Arial"/>
              </a:rPr>
              <a:t>Nikolaj Falck Gutfeld  |  Portfolio</a:t>
            </a:r>
          </a:p>
        </p:txBody>
      </p:sp>
      <p:sp>
        <p:nvSpPr>
          <p:cNvPr id="60" name="Tekstfelt 59">
            <a:extLst>
              <a:ext uri="{FF2B5EF4-FFF2-40B4-BE49-F238E27FC236}">
                <a16:creationId xmlns:a16="http://schemas.microsoft.com/office/drawing/2014/main" id="{DC51307F-D2DE-F992-2504-9A8CA11B7402}"/>
              </a:ext>
            </a:extLst>
          </p:cNvPr>
          <p:cNvSpPr txBox="1"/>
          <p:nvPr/>
        </p:nvSpPr>
        <p:spPr>
          <a:xfrm>
            <a:off x="4461667" y="3210775"/>
            <a:ext cx="190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 err="1">
                <a:solidFill>
                  <a:srgbClr val="C9A24A"/>
                </a:solidFill>
                <a:latin typeface="Georgia"/>
              </a:rPr>
              <a:t>Structured</a:t>
            </a:r>
            <a:endParaRPr lang="da-DK" b="1" dirty="0">
              <a:solidFill>
                <a:srgbClr val="C9A24A"/>
              </a:solidFill>
              <a:latin typeface="Georgia"/>
            </a:endParaRPr>
          </a:p>
          <a:p>
            <a:endParaRPr lang="da-DK" dirty="0"/>
          </a:p>
        </p:txBody>
      </p:sp>
      <p:sp>
        <p:nvSpPr>
          <p:cNvPr id="61" name="Tekstfelt 60">
            <a:extLst>
              <a:ext uri="{FF2B5EF4-FFF2-40B4-BE49-F238E27FC236}">
                <a16:creationId xmlns:a16="http://schemas.microsoft.com/office/drawing/2014/main" id="{F01B253F-1986-0AAD-3D09-4594D396AB9A}"/>
              </a:ext>
            </a:extLst>
          </p:cNvPr>
          <p:cNvSpPr txBox="1"/>
          <p:nvPr/>
        </p:nvSpPr>
        <p:spPr>
          <a:xfrm>
            <a:off x="4007709" y="4222269"/>
            <a:ext cx="2525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b="1" dirty="0">
                <a:solidFill>
                  <a:srgbClr val="031A3D"/>
                </a:solidFill>
                <a:latin typeface="Georgia"/>
              </a:rPr>
              <a:t>Professional</a:t>
            </a:r>
          </a:p>
          <a:p>
            <a:endParaRPr lang="da-DK" dirty="0"/>
          </a:p>
        </p:txBody>
      </p:sp>
      <p:sp>
        <p:nvSpPr>
          <p:cNvPr id="62" name="Tekstfelt 61">
            <a:extLst>
              <a:ext uri="{FF2B5EF4-FFF2-40B4-BE49-F238E27FC236}">
                <a16:creationId xmlns:a16="http://schemas.microsoft.com/office/drawing/2014/main" id="{4755B9A7-E74B-8346-3053-1030FD3D4115}"/>
              </a:ext>
            </a:extLst>
          </p:cNvPr>
          <p:cNvSpPr txBox="1"/>
          <p:nvPr/>
        </p:nvSpPr>
        <p:spPr>
          <a:xfrm>
            <a:off x="6590701" y="3260340"/>
            <a:ext cx="2333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C9A24A"/>
                </a:solidFill>
                <a:latin typeface="Georgia"/>
              </a:rPr>
              <a:t>Solution-</a:t>
            </a:r>
            <a:r>
              <a:rPr lang="da-DK" b="1" dirty="0" err="1">
                <a:solidFill>
                  <a:srgbClr val="C9A24A"/>
                </a:solidFill>
                <a:latin typeface="Georgia"/>
              </a:rPr>
              <a:t>oriented</a:t>
            </a:r>
            <a:endParaRPr lang="da-DK" b="1" dirty="0">
              <a:solidFill>
                <a:srgbClr val="C9A24A"/>
              </a:solidFill>
              <a:latin typeface="Georgia"/>
            </a:endParaRPr>
          </a:p>
          <a:p>
            <a:endParaRPr lang="da-DK" dirty="0"/>
          </a:p>
        </p:txBody>
      </p:sp>
      <p:sp>
        <p:nvSpPr>
          <p:cNvPr id="63" name="Tekstfelt 62">
            <a:extLst>
              <a:ext uri="{FF2B5EF4-FFF2-40B4-BE49-F238E27FC236}">
                <a16:creationId xmlns:a16="http://schemas.microsoft.com/office/drawing/2014/main" id="{923A29D8-E2A2-CBC4-8048-6E5BE18504D4}"/>
              </a:ext>
            </a:extLst>
          </p:cNvPr>
          <p:cNvSpPr txBox="1"/>
          <p:nvPr/>
        </p:nvSpPr>
        <p:spPr>
          <a:xfrm>
            <a:off x="6567366" y="5158792"/>
            <a:ext cx="1173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 err="1">
                <a:solidFill>
                  <a:srgbClr val="031A3D"/>
                </a:solidFill>
                <a:latin typeface="Georgia"/>
              </a:rPr>
              <a:t>Curious</a:t>
            </a:r>
            <a:endParaRPr lang="da-DK" b="1" dirty="0">
              <a:solidFill>
                <a:srgbClr val="031A3D"/>
              </a:solidFill>
              <a:latin typeface="Georgia"/>
            </a:endParaRPr>
          </a:p>
          <a:p>
            <a:endParaRPr lang="da-DK" dirty="0"/>
          </a:p>
        </p:txBody>
      </p:sp>
      <p:sp>
        <p:nvSpPr>
          <p:cNvPr id="64" name="Tekstfelt 63">
            <a:extLst>
              <a:ext uri="{FF2B5EF4-FFF2-40B4-BE49-F238E27FC236}">
                <a16:creationId xmlns:a16="http://schemas.microsoft.com/office/drawing/2014/main" id="{8C541568-6C37-5E88-362C-84023EAB9EA8}"/>
              </a:ext>
            </a:extLst>
          </p:cNvPr>
          <p:cNvSpPr txBox="1"/>
          <p:nvPr/>
        </p:nvSpPr>
        <p:spPr>
          <a:xfrm>
            <a:off x="4434840" y="5184118"/>
            <a:ext cx="1957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 err="1">
                <a:solidFill>
                  <a:srgbClr val="C9A24A"/>
                </a:solidFill>
                <a:latin typeface="Georgia"/>
              </a:rPr>
              <a:t>Ambitious</a:t>
            </a:r>
            <a:endParaRPr lang="da-DK" b="1" dirty="0">
              <a:solidFill>
                <a:srgbClr val="C9A24A"/>
              </a:solidFill>
              <a:latin typeface="Georgia"/>
            </a:endParaRPr>
          </a:p>
          <a:p>
            <a:endParaRPr lang="da-DK" dirty="0"/>
          </a:p>
        </p:txBody>
      </p:sp>
      <p:sp>
        <p:nvSpPr>
          <p:cNvPr id="65" name="Tekstfelt 64">
            <a:extLst>
              <a:ext uri="{FF2B5EF4-FFF2-40B4-BE49-F238E27FC236}">
                <a16:creationId xmlns:a16="http://schemas.microsoft.com/office/drawing/2014/main" id="{69641238-11D8-CEFA-4313-B2D852983B1B}"/>
              </a:ext>
            </a:extLst>
          </p:cNvPr>
          <p:cNvSpPr txBox="1"/>
          <p:nvPr/>
        </p:nvSpPr>
        <p:spPr>
          <a:xfrm>
            <a:off x="6590701" y="4248387"/>
            <a:ext cx="147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 err="1">
                <a:solidFill>
                  <a:srgbClr val="031A3D"/>
                </a:solidFill>
                <a:latin typeface="Georgia"/>
              </a:rPr>
              <a:t>Reliable</a:t>
            </a:r>
            <a:endParaRPr lang="da-DK" b="1" dirty="0">
              <a:solidFill>
                <a:srgbClr val="031A3D"/>
              </a:solidFill>
              <a:latin typeface="Georgia"/>
            </a:endParaRPr>
          </a:p>
        </p:txBody>
      </p:sp>
      <p:pic>
        <p:nvPicPr>
          <p:cNvPr id="69" name="Billede 68">
            <a:extLst>
              <a:ext uri="{FF2B5EF4-FFF2-40B4-BE49-F238E27FC236}">
                <a16:creationId xmlns:a16="http://schemas.microsoft.com/office/drawing/2014/main" id="{0AF5B6B9-8D1F-1C63-DF37-E144E4E760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975" y="7758577"/>
            <a:ext cx="1874682" cy="358171"/>
          </a:xfrm>
          <a:prstGeom prst="rect">
            <a:avLst/>
          </a:prstGeom>
        </p:spPr>
      </p:pic>
      <p:pic>
        <p:nvPicPr>
          <p:cNvPr id="71" name="Billede 70" descr="Additional Information&#10;&#10;AI-genereret indhold kan være ukorrekt.">
            <a:extLst>
              <a:ext uri="{FF2B5EF4-FFF2-40B4-BE49-F238E27FC236}">
                <a16:creationId xmlns:a16="http://schemas.microsoft.com/office/drawing/2014/main" id="{2AB1869C-698D-C312-1B13-412AE2DF5E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233" y="8458200"/>
            <a:ext cx="1941627" cy="715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158</Words>
  <Application>Microsoft Office PowerPoint</Application>
  <PresentationFormat>Brugerdefineret</PresentationFormat>
  <Paragraphs>42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PowerPoint-præsentation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Nikolaj Gutfeld</dc:creator>
  <cp:keywords/>
  <dc:description>generated using python-pptx</dc:description>
  <cp:lastModifiedBy>Nikolaj Falck Gutfeld</cp:lastModifiedBy>
  <cp:revision>4</cp:revision>
  <dcterms:created xsi:type="dcterms:W3CDTF">2013-01-27T09:14:16Z</dcterms:created>
  <dcterms:modified xsi:type="dcterms:W3CDTF">2026-09-14T20:41:10Z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2026-09-14T20:24:55Z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d3b97879-97b3-44d3-aedc-8ee3048fd700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